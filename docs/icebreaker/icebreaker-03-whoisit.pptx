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/ 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3840480" cy="3840480"/>
          </a:xfrm>
          <a:prstGeom prst="ellipse">
            <a:avLst/>
          </a:prstGeom>
          <a:solidFill>
            <a:srgbClr val="F6F1E7"/>
          </a:solidFill>
          <a:ln w="12700">
            <a:solidFill>
              <a:srgbClr val="F6F1E7"/>
            </a:solidFill>
            <a:prstDash val="solid"/>
          </a:ln>
        </p:spPr>
      </p:sp>
      <p:pic>
        <p:nvPicPr>
          <p:cNvPr id="8" name="Image 0" descr="/Users/logosguru/Code/retreat2026/public/retreat-emblem-2026.png">    </p:cNvPr>
          <p:cNvPicPr>
            <a:picLocks noChangeAspect="1"/>
          </p:cNvPicPr>
          <p:nvPr/>
        </p:nvPicPr>
        <p:blipFill>
          <a:blip r:embed="rId1"/>
          <a:srcRect l="-86" r="-86" t="0" b="0"/>
          <a:stretch/>
        </p:blipFill>
        <p:spPr>
          <a:xfrm>
            <a:off x="1325880" y="1874520"/>
            <a:ext cx="2834640" cy="2971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303520" y="1463040"/>
            <a:ext cx="6339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GAME 03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303520" y="1874520"/>
            <a:ext cx="6339535" cy="10081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나는 누구일까요?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5303520" y="2930652"/>
            <a:ext cx="6339535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Who Is It? — Evergreen Edition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303520" y="3602736"/>
            <a:ext cx="6339535" cy="6240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7EA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¿Quién será? — Edición Evergreen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303520" y="4572000"/>
            <a:ext cx="633953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F6F1E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힌트를 하나씩 보고 — 우리 늘푸른 가족 다섯 분이 누구인지 맞혀 보세요!</a:t>
            </a:r>
            <a:endParaRPr lang="en-US" sz="1700" dirty="0"/>
          </a:p>
          <a:p>
            <a:pPr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Clue by clue — can you guess which five members of our Evergreen family these are?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Pista a pista — ¿adivinas quiénes son estos cinco miembros de nuestra familia Evergreen?</a:t>
            </a:r>
            <a:endParaRPr lang="en-US" sz="1700" dirty="0"/>
          </a:p>
        </p:txBody>
      </p:sp>
      <p:pic>
        <p:nvPicPr>
          <p:cNvPr id="14" name="Image 1" descr="/Users/logosguru/Code/retreat2026/out/icebreaker/evergreen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6309360"/>
            <a:ext cx="2011680" cy="473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HOW IT WORKS · 방식 · CÓMO FUNCIONA</a:t>
            </a:r>
            <a:endParaRPr lang="en-US" sz="1800" dirty="0"/>
          </a:p>
        </p:txBody>
      </p:sp>
      <p:pic>
        <p:nvPicPr>
          <p:cNvPr id="8" name="Image 0" descr="/Users/logosguru/Code/retreat2026/scripts/icebreaker/assets/emoji-m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429" y="1508760"/>
            <a:ext cx="1280160" cy="12801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2880360"/>
            <a:ext cx="354573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48640" y="3657600"/>
            <a:ext cx="3545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힌트가 하나씩 공개됩니다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Las pistas salen una a una</a:t>
            </a:r>
            <a:endParaRPr lang="en-US" sz="1600" dirty="0"/>
          </a:p>
        </p:txBody>
      </p:sp>
      <p:pic>
        <p:nvPicPr>
          <p:cNvPr id="11" name="Image 1" descr="/Users/logosguru/Code/retreat2026/scripts/icebreaker/assets/emoji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50876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22978" y="2880360"/>
            <a:ext cx="354573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GUESS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4322978" y="3657600"/>
            <a:ext cx="3545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 들기 → MC 지목 → 이름!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Mano arriba → el MC elige → ¡nombre!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97317" y="1325880"/>
            <a:ext cx="3545738" cy="3246120"/>
          </a:xfrm>
          <a:prstGeom prst="roundRect">
            <a:avLst>
              <a:gd name="adj" fmla="val 4225"/>
            </a:avLst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15" name="Image 2" descr="/Users/logosguru/Code/retreat2026/scripts/icebreaker/assets/emoji-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0106" y="1508760"/>
            <a:ext cx="1280160" cy="12801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97317" y="2880360"/>
            <a:ext cx="354573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REVEAL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8097317" y="3657600"/>
            <a:ext cx="3545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E24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공개 — 앞으로 나와 주세요!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E24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 revela — ¡pase al frente!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8640" y="4937760"/>
            <a:ext cx="11094415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F6F1E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정답을 맞힌 분에게 Gift Card 한 장! 힌트마다 2~3명만 기회가 있으니 신중하게 손드세요.</a:t>
            </a:r>
            <a:endParaRPr lang="en-US" sz="20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correct guess wins a Gift Card! Only 2–3 guesses per hint — raise your hand wisely.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¡Quien acierte gana una Gift Card! Solo 2–3 intentos por pista — levanta la mano con cuidado.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RULES · 규칙 · REGLAS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25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00200" y="1234440"/>
            <a:ext cx="1004285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손을 들고, MC가 지목한 뒤에만 이름을 말합니다.</a:t>
            </a:r>
            <a:endParaRPr lang="en-US" sz="28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Raise your hand — say the name only when the MC calls on you.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Levanta la mano — di el nombre solo cuando el MC te elija.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9260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600200" y="2834640"/>
            <a:ext cx="1004285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한 사람당 한 번만! 틀리면 그 문제는 끝 — 다음 문제에서 리셋.</a:t>
            </a:r>
            <a:endParaRPr lang="en-US" sz="28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guess each. Wrong? You’re out for this person only — reset next round.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 intento. ¿Fallaste? Fuera solo en esta ronda — vuelves en la siguiente.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777240" cy="77724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00200" y="4434840"/>
            <a:ext cx="1004285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객석에서 이름을 외치거나 힌트 주기 금지. 본인·가족은 조용히!</a:t>
            </a:r>
            <a:endParaRPr lang="en-US" sz="28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shouting names or hints from your seat. Family — shhh!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griten nombres ni den pistas. Familiares — ¡silencio!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1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435608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4356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480560" y="1325880"/>
            <a:ext cx="716249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34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제 삶의 모토는 — “현재에 만족하고 최선을 다하자”</a:t>
            </a:r>
            <a:endParaRPr lang="en-US" sz="34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2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8074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325880"/>
            <a:ext cx="7528255" cy="8953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11880" y="2513868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5138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480560" y="2404140"/>
            <a:ext cx="7162495" cy="3676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34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가장 좋아하는 음식은 냉면입니다.</a:t>
            </a:r>
            <a:endParaRPr lang="en-US" sz="34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3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8074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325880"/>
            <a:ext cx="7528255" cy="8953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11880" y="227612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2761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2221260"/>
            <a:ext cx="7528255" cy="8953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좋아하는 음식은 냉면입니다.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611880" y="3409249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3409249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480560" y="3299521"/>
            <a:ext cx="7162495" cy="27812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경기도 안성에서 태어났습니다.</a:t>
            </a:r>
            <a:endParaRPr lang="en-US" sz="28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was born in Anseong, Gyeonggi Province, Korea.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Nací en Anseong, provincia de Gyeonggi, Corea.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4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8074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325880"/>
            <a:ext cx="7528255" cy="746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11880" y="212689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12689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2072030"/>
            <a:ext cx="7528255" cy="746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좋아하는 음식은 냉면입니다.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11880" y="2873045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287304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0" y="2818181"/>
            <a:ext cx="752825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경기도 안성에서 태어났습니다.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was born in Anseong, Gyeonggi Province, Korea.   ·   Nací en Anseong, provincia de Gyeonggi, Corea.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11880" y="3659429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3659429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480560" y="3549701"/>
            <a:ext cx="7162495" cy="25310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좋아하는 곳은 시온성전, 좋아하는 시간은 점심 교제와 구역예배입니다.</a:t>
            </a:r>
            <a:endParaRPr lang="en-US" sz="28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Favorite place: the Zion Sanctuary. Favorite time: lunch fellowship and district worship.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Lugar favorito: el Santuario Sion. Momento favorito: el almuerzo y el culto de distrito.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5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8074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325880"/>
            <a:ext cx="7528255" cy="746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11880" y="212689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12689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2072030"/>
            <a:ext cx="7528255" cy="746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좋아하는 음식은 냉면입니다.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11880" y="2873045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287304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0" y="2818181"/>
            <a:ext cx="752825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경기도 안성에서 태어났습니다.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was born in Anseong, Gyeonggi Province, Korea.   ·   Nací en Anseong, provincia de Gyeonggi, Corea.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11880" y="3421685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342168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114800" y="3366821"/>
            <a:ext cx="7528255" cy="746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곳은 시온성전, 좋아하는 시간은 점심 교제와 구역예배입니다.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Favorite place: the Zion Sanctuary. Favorite time: lunch fellowship and district worship.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Lugar favorito: el Santuario Sion. Momento favorito: el almuerzo y el culto de distrito.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11880" y="4405579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405579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4480560" y="4295851"/>
            <a:ext cx="7162495" cy="17849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지금은 관리부에서 봉사하고 있습니다.</a:t>
            </a:r>
            <a:endParaRPr lang="en-US" sz="28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currently serve on the Facilities Team.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Actualmente sirvo en el equipo de mantenimiento.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14342B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6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8074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325880"/>
            <a:ext cx="7528255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11880" y="2002536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0025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1947672"/>
            <a:ext cx="7528255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좋아하는 음식은 냉면입니다.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11880" y="2624328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26243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0" y="2569464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경기도 안성에서 태어났습니다.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was born in Anseong, Gyeonggi Province, Korea.   ·   Nací en Anseong, provincia de Gyeonggi, Corea.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81528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3081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114800" y="3026664"/>
            <a:ext cx="7528255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곳은 시온성전, 좋아하는 시간은 점심 교제와 구역예배입니다.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Favorite place: the Zion Sanctuary. Favorite time: lunch fellowship and district worship.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Lugar favorito: el Santuario Sion. Momento favorito: el almuerzo y el culto de distrito.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11880" y="3703320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37033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0" y="3648456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지금은 관리부에서 봉사하고 있습니다.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currently serve on the Facilities Team.   ·   Actualmente sirvo en el equipo de mantenimiento.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11880" y="4398264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11880" y="439826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4480560" y="4288536"/>
            <a:ext cx="7162495" cy="17922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늘푸른교회에 처음 온 것은 2018년 8월입니다.</a:t>
            </a:r>
            <a:endParaRPr lang="en-US" sz="24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first came to Evergreen in August 2018.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Llegué a Evergreen por primera vez en agosto de 2018.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651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F6F1E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19000" dirty="0"/>
          </a:p>
        </p:txBody>
      </p:sp>
      <p:sp>
        <p:nvSpPr>
          <p:cNvPr id="9" name="Shape 7"/>
          <p:cNvSpPr/>
          <p:nvPr/>
        </p:nvSpPr>
        <p:spPr>
          <a:xfrm>
            <a:off x="59436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456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46504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4343400"/>
            <a:ext cx="256032" cy="256032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7 / 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463040"/>
            <a:ext cx="0" cy="429768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· 힌트 · PISTA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11880" y="1316736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261872"/>
            <a:ext cx="7528255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 삶의 모토는 — “현재에 만족하고 최선을 다하자”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life motto: “Be content with today, and give it my best.”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lema: «Estar en paz con el presente y dar lo mejor de mí».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11880" y="1876349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1876349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1821485"/>
            <a:ext cx="7528255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좋아하는 음식은 냉면입니다.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favorite food is naengmyeon — Korean cold noodles.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 comida favorita es el naengmyeon, fideos fríos coreanos.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11880" y="2435962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243596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0" y="2381098"/>
            <a:ext cx="7528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경기도 안성에서 태어났습니다.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was born in Anseong, Gyeonggi Province, Korea.   ·   Nací en Anseong, provincia de Gyeonggi, Corea.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2847442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84744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114800" y="2792578"/>
            <a:ext cx="7528255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곳은 시온성전, 좋아하는 시간은 점심 교제와 구역예배입니다.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Favorite place: the Zion Sanctuary. Favorite time: lunch fellowship and district worship.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Lugar favorito: el Santuario Sion. Momento favorito: el almuerzo y el culto de distrito.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11880" y="340705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340705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0" y="3352190"/>
            <a:ext cx="7528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지금은 관리부에서 봉사하고 있습니다.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currently serve on the Facilities Team.   ·   Actualmente sirvo en el equipo de mantenimiento.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11880" y="3818534"/>
            <a:ext cx="329184" cy="329184"/>
          </a:xfrm>
          <a:prstGeom prst="ellipse">
            <a:avLst/>
          </a:prstGeom>
          <a:solidFill>
            <a:srgbClr val="14342B"/>
          </a:solidFill>
          <a:ln w="12700">
            <a:solidFill>
              <a:srgbClr val="DCC07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11880" y="381853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114800" y="3763670"/>
            <a:ext cx="7528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늘푸른교회에 처음 온 것은 2018년 8월입니다.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first came to Evergreen in August 2018.   ·   Llegué a Evergreen por primera vez en agosto de 2018.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11880" y="4376318"/>
            <a:ext cx="640080" cy="640080"/>
          </a:xfrm>
          <a:prstGeom prst="ellipse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11880" y="437631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4480560" y="4266590"/>
            <a:ext cx="7162495" cy="18141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미국 사람과 결혼해서 영어를 잘할 것 같지만… 사실 잘 못 합니다!</a:t>
            </a:r>
            <a:endParaRPr lang="en-US" sz="22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 married an American, so you’d think my English is great… it’s not!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 casé con un estadounidense — pensarías que hablo bien inglés… ¡pues no!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06240" y="868680"/>
            <a:ext cx="7436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spc="2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8 / 9   </a:t>
            </a:r>
            <a:pPr algn="r" indent="0" marL="0">
              <a:buNone/>
            </a:pPr>
            <a:r>
              <a:rPr lang="en-US" sz="22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어릴 적 모습입니다!</a:t>
            </a:r>
            <a:pPr algn="r" indent="0" marL="0">
              <a:buNone/>
            </a:pPr>
            <a:r>
              <a:rPr lang="en-US" sz="14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Childhood photo · Foto de la infancia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21167" y="1298448"/>
            <a:ext cx="5949361" cy="4901184"/>
          </a:xfrm>
          <a:prstGeom prst="rect">
            <a:avLst/>
          </a:prstGeom>
          <a:solidFill>
            <a:srgbClr val="F6F1E7"/>
          </a:solidFill>
          <a:ln w="12700">
            <a:solidFill>
              <a:srgbClr val="F6F1E7"/>
            </a:solidFill>
            <a:prstDash val="solid"/>
          </a:ln>
        </p:spPr>
      </p:sp>
      <p:pic>
        <p:nvPicPr>
          <p:cNvPr id="10" name="Image 0" descr="/Users/logosguru/Code/retreat2026/out/icebreaker/people/01-kim-jimi-fam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4319" y="1371600"/>
            <a:ext cx="5803057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06240" y="868680"/>
            <a:ext cx="7436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spc="2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HINT 9 / 9   </a:t>
            </a:r>
            <a:pPr algn="r" indent="0" marL="0">
              <a:buNone/>
            </a:pPr>
            <a:r>
              <a:rPr lang="en-US" sz="22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어릴 적 모습입니다!</a:t>
            </a:r>
            <a:pPr algn="r" indent="0" marL="0">
              <a:buNone/>
            </a:pPr>
            <a:r>
              <a:rPr lang="en-US" sz="14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Childhood photo · Foto de la infancia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82596" y="1298448"/>
            <a:ext cx="7426503" cy="4901184"/>
          </a:xfrm>
          <a:prstGeom prst="rect">
            <a:avLst/>
          </a:prstGeom>
          <a:solidFill>
            <a:srgbClr val="F6F1E7"/>
          </a:solidFill>
          <a:ln w="12700">
            <a:solidFill>
              <a:srgbClr val="F6F1E7"/>
            </a:solidFill>
            <a:prstDash val="solid"/>
          </a:ln>
        </p:spPr>
      </p:sp>
      <p:pic>
        <p:nvPicPr>
          <p:cNvPr id="10" name="Image 0" descr="/Users/logosguru/Code/retreat2026/out/icebreaker/people/01-kim-jimi-sol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748" y="1371600"/>
            <a:ext cx="728019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13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PERSON 1 · 정답은 · LA RESPUESTA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5488" y="1884236"/>
            <a:ext cx="5632704" cy="3729609"/>
          </a:xfrm>
          <a:prstGeom prst="rect">
            <a:avLst/>
          </a:prstGeom>
          <a:solidFill>
            <a:srgbClr val="F6F1E7"/>
          </a:solidFill>
          <a:ln w="12700">
            <a:solidFill>
              <a:srgbClr val="F6F1E7"/>
            </a:solidFill>
            <a:prstDash val="solid"/>
          </a:ln>
        </p:spPr>
      </p:sp>
      <p:pic>
        <p:nvPicPr>
          <p:cNvPr id="9" name="Image 0" descr="/Users/logosguru/Code/retreat2026/out/icebreaker/people/01-kim-jimi-sol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57388"/>
            <a:ext cx="5486400" cy="358330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0" y="1554480"/>
            <a:ext cx="50593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IT’S…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583680" y="2103120"/>
            <a:ext cx="505937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김지미 집사님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6583680" y="3520440"/>
            <a:ext cx="505937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2600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Deacon Jimi Kim</a:t>
            </a:r>
            <a:endParaRPr lang="en-US" sz="2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E7EA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Diaconisa Jimi Kim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6583680" y="5074920"/>
            <a:ext cx="5059375" cy="914400"/>
          </a:xfrm>
          <a:prstGeom prst="roundRect">
            <a:avLst>
              <a:gd name="adj" fmla="val 12000"/>
            </a:avLst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5074920"/>
            <a:ext cx="50593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0E241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큰 박수! 앞으로 나와 주세요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E241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Applause! Please come up · ¡Aplausos! Pase al frente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9B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 BREAKER · GAME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242255" y="347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 · 복된 만남 · Encuentro Bendito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CC07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Evergreen Church Summer Retreat · Ice Breaker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14255" y="6327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DB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 / 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89B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CLOSING · 마무리 · CIERRE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94415" cy="10561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840" b="1" dirty="0">
                <a:solidFill>
                  <a:srgbClr val="F6F1E7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복된 만남</a:t>
            </a:r>
            <a:endParaRPr lang="en-US" sz="4840" dirty="0"/>
          </a:p>
        </p:txBody>
      </p:sp>
      <p:sp>
        <p:nvSpPr>
          <p:cNvPr id="9" name="Text 7"/>
          <p:cNvSpPr/>
          <p:nvPr/>
        </p:nvSpPr>
        <p:spPr>
          <a:xfrm>
            <a:off x="548640" y="2386584"/>
            <a:ext cx="11094415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520" dirty="0">
                <a:solidFill>
                  <a:srgbClr val="DCC07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Blessed Encounter</a:t>
            </a:r>
            <a:endParaRPr lang="en-US" sz="3520" dirty="0"/>
          </a:p>
        </p:txBody>
      </p:sp>
      <p:sp>
        <p:nvSpPr>
          <p:cNvPr id="10" name="Text 8"/>
          <p:cNvSpPr/>
          <p:nvPr/>
        </p:nvSpPr>
        <p:spPr>
          <a:xfrm>
            <a:off x="548640" y="3090672"/>
            <a:ext cx="11094415" cy="653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80" dirty="0">
                <a:solidFill>
                  <a:srgbClr val="E7EA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Encuentro Bendito</a:t>
            </a:r>
            <a:endParaRPr lang="en-US" sz="3080" dirty="0"/>
          </a:p>
        </p:txBody>
      </p:sp>
      <p:sp>
        <p:nvSpPr>
          <p:cNvPr id="11" name="Text 9"/>
          <p:cNvSpPr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C07F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“거기서 내가 이스라엘 자손을 만나리니” — 출애굽기 29:43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4805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6F1E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교회 안에도 아직 모르는 이야기가 참 많지요? 이번 수련회 동안 익숙한 분에게도 한 번 더 말을 걸어 보세요.</a:t>
            </a:r>
            <a:endParaRPr lang="en-US" sz="17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DCC07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 in one church, there are so many stories we don’t know yet. This retreat, go start one more conversation.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EA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Aun en la misma iglesia hay tantas historias que no conocemos. En este retiro, ¡inicia una conversación más!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Ice Breaker — 2026 Evergreen Summer Retreat</dc:title>
  <dc:subject>PptxGenJS Presentation</dc:subject>
  <dc:creator>Evergreen Church</dc:creator>
  <cp:lastModifiedBy>Evergreen Church</cp:lastModifiedBy>
  <cp:revision>1</cp:revision>
  <dcterms:created xsi:type="dcterms:W3CDTF">2026-09-03T18:26:56Z</dcterms:created>
  <dcterms:modified xsi:type="dcterms:W3CDTF">2026-09-03T18:26:56Z</dcterms:modified>
</cp:coreProperties>
</file>