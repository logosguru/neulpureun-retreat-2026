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/ 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840480" cy="3840480"/>
          </a:xfrm>
          <a:prstGeom prst="ellipse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8" name="Image 0" descr="/Users/logosguru/Code/retreat2026/public/retreat-emblem-2026.png">    </p:cNvPr>
          <p:cNvPicPr>
            <a:picLocks noChangeAspect="1"/>
          </p:cNvPicPr>
          <p:nvPr/>
        </p:nvPicPr>
        <p:blipFill>
          <a:blip r:embed="rId1"/>
          <a:srcRect l="-86" r="-86" t="0" b="0"/>
          <a:stretch/>
        </p:blipFill>
        <p:spPr>
          <a:xfrm>
            <a:off x="1325880" y="1874520"/>
            <a:ext cx="2834640" cy="297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1463040"/>
            <a:ext cx="6339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GAME 03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03520" y="1874520"/>
            <a:ext cx="6339535" cy="10081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나는 누구일까요?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303520" y="2930652"/>
            <a:ext cx="6339535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Who Is It? — Evergreen Edition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303520" y="3602736"/>
            <a:ext cx="6339535" cy="624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¿Quién será? — Edición Evergreen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303520" y="4572000"/>
            <a:ext cx="63395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힌트를 하나씩 보고 — 우리 늘푸른 가족 다섯 분이 누구인지 맞혀 보세요!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Clue by clue — can you guess which five members of our Evergreen family these are?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Pista a pista — ¿adivinas quiénes son estos cinco miembros de nuestra familia Evergreen?</a:t>
            </a:r>
            <a:endParaRPr lang="en-US" sz="1700" dirty="0"/>
          </a:p>
        </p:txBody>
      </p:sp>
      <p:pic>
        <p:nvPicPr>
          <p:cNvPr id="14" name="Image 1" descr="/Users/logosguru/Code/retreat2026/out/icebreaker/evergreen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6309360"/>
            <a:ext cx="2011680" cy="473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HOW IT WORKS · 방식 · CÓMO FUNCIONA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637" y="150876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48640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힌트가 하나씩 공개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 pistas salen una a una</a:t>
            </a:r>
            <a:endParaRPr lang="en-US" sz="1600" dirty="0"/>
          </a:p>
        </p:txBody>
      </p:sp>
      <p:pic>
        <p:nvPicPr>
          <p:cNvPr id="11" name="Image 1" descr="/Users/logosguru/Code/retreat2026/scripts/icebreaker/assets/emoji-h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91" y="1508760"/>
            <a:ext cx="1280160" cy="1280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79394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GUESS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379394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 들기 → MC 지목 → 이름!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Mano arriba → el MC elige → ¡nombre!</a:t>
            </a:r>
            <a:endParaRPr lang="en-US" sz="1600" dirty="0"/>
          </a:p>
        </p:txBody>
      </p:sp>
      <p:pic>
        <p:nvPicPr>
          <p:cNvPr id="14" name="Image 2" descr="/Users/logosguru/Code/retreat2026/scripts/icebreaker/assets/emoji-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145" y="1508760"/>
            <a:ext cx="1280160" cy="1280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0148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REVEAL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6210148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공개 — 앞으로!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 revela — ¡al frente!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040901" y="1325880"/>
            <a:ext cx="2602154" cy="3246120"/>
          </a:xfrm>
          <a:prstGeom prst="roundRect">
            <a:avLst>
              <a:gd name="adj" fmla="val 5271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8" name="Image 3" descr="/Users/logosguru/Code/retreat2026/scripts/icebreaker/assets/emoji-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898" y="1508760"/>
            <a:ext cx="1280160" cy="12801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40901" y="2880360"/>
            <a:ext cx="260215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STORY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9040901" y="3657600"/>
            <a:ext cx="260215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남은 이야기 + 짧은 인터뷰</a:t>
            </a:r>
            <a:endParaRPr lang="en-US" sz="1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 resto de la historia + entrevista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640" y="4937760"/>
            <a:ext cx="1109441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정답을 맞힌 분에게 Gift Card 한 장! 힌트마다 2~3명만 기회가 있으니 신중하게 손드세요.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correct guess wins a Gift Card! Only 2–3 guesses per hint — raise your hand wisely.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¡Quien acierte gana una Gift Card! Solo 2–3 intentos por pista — levanta la mano con cuidado.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RULES · 규칙 · REGLAS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12344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손을 들고, MC가 지목한 뒤에만 이름을 말합니다.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Raise your hand — say the name only when the MC calls on you.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Levanta la mano — di el nombre solo cuando el MC te elija.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28346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한 사람당 한 번만! 틀리면 그 문제는 끝 — 다음 문제에서 리셋.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 guess each. Wrong? You’re out for this person only — reset next round.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 intento. ¿Fallaste? Fuera solo en esta ronda — vuelves en la siguiente.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44348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객석에서 이름을 외치거나 힌트 주기 금지. 본인·가족은 조용히!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shouting names or hints from your seat. Family — shhh!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griten nombres ni den pistas. Familiares — ¡silencio!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PERSON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?</a:t>
            </a:r>
            <a:endParaRPr lang="en-US" sz="19000" dirty="0"/>
          </a:p>
        </p:txBody>
      </p:sp>
      <p:sp>
        <p:nvSpPr>
          <p:cNvPr id="9" name="Shape 7"/>
          <p:cNvSpPr/>
          <p:nvPr/>
        </p:nvSpPr>
        <p:spPr>
          <a:xfrm>
            <a:off x="1170432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4343400"/>
            <a:ext cx="256032" cy="256032"/>
          </a:xfrm>
          <a:prstGeom prst="ellipse">
            <a:avLst/>
          </a:prstGeom>
          <a:solidFill>
            <a:srgbClr val="14342B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4343400"/>
            <a:ext cx="256032" cy="256032"/>
          </a:xfrm>
          <a:prstGeom prst="ellipse">
            <a:avLst/>
          </a:prstGeom>
          <a:solidFill>
            <a:srgbClr val="14342B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22576" y="4343400"/>
            <a:ext cx="256032" cy="256032"/>
          </a:xfrm>
          <a:prstGeom prst="ellipse">
            <a:avLst/>
          </a:prstGeom>
          <a:solidFill>
            <a:srgbClr val="14342B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1 / 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· 힌트 · PISTA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1435608"/>
            <a:ext cx="640080" cy="64008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0560" y="1325880"/>
            <a:ext cx="716249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3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제 삶의 모토는 — “현재에 만족하고 최선을 다하자”</a:t>
            </a:r>
            <a:endParaRPr lang="en-US" sz="34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life motto: “Be content with today, and give it my best.”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 lema: «Estar en paz con el presente y dar lo mejor de mí».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PERSON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?</a:t>
            </a:r>
            <a:endParaRPr lang="en-US" sz="19000" dirty="0"/>
          </a:p>
        </p:txBody>
      </p:sp>
      <p:sp>
        <p:nvSpPr>
          <p:cNvPr id="9" name="Shape 7"/>
          <p:cNvSpPr/>
          <p:nvPr/>
        </p:nvSpPr>
        <p:spPr>
          <a:xfrm>
            <a:off x="1170432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4343400"/>
            <a:ext cx="256032" cy="256032"/>
          </a:xfrm>
          <a:prstGeom prst="ellipse">
            <a:avLst/>
          </a:prstGeom>
          <a:solidFill>
            <a:srgbClr val="14342B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22576" y="4343400"/>
            <a:ext cx="256032" cy="256032"/>
          </a:xfrm>
          <a:prstGeom prst="ellipse">
            <a:avLst/>
          </a:prstGeom>
          <a:solidFill>
            <a:srgbClr val="14342B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2 / 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· 힌트 · PISTA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1399032"/>
            <a:ext cx="365760" cy="365760"/>
          </a:xfrm>
          <a:prstGeom prst="ellipse">
            <a:avLst/>
          </a:prstGeom>
          <a:solidFill>
            <a:srgbClr val="14342B"/>
          </a:solidFill>
          <a:ln w="12700">
            <a:solidFill>
              <a:srgbClr val="DCC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1325880"/>
            <a:ext cx="748253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 삶의 모토는 — “현재에 만족하고 최선을 다하자”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life motto: “Be content with today, and give it my best.”   ·   Mi lema: «Estar en paz con el presente y dar lo mejor de mí».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11880" y="2276856"/>
            <a:ext cx="640080" cy="64008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2768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80560" y="2167128"/>
            <a:ext cx="7162495" cy="3913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3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가장 좋아하는 음식은 냉면입니다.</a:t>
            </a:r>
            <a:endParaRPr lang="en-US" sz="34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favorite food is naengmyeon — Korean cold noodles.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 comida favorita es el naengmyeon, fideos fríos coreanos.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PERSON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?</a:t>
            </a:r>
            <a:endParaRPr lang="en-US" sz="19000" dirty="0"/>
          </a:p>
        </p:txBody>
      </p:sp>
      <p:sp>
        <p:nvSpPr>
          <p:cNvPr id="9" name="Shape 7"/>
          <p:cNvSpPr/>
          <p:nvPr/>
        </p:nvSpPr>
        <p:spPr>
          <a:xfrm>
            <a:off x="1170432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22576" y="4343400"/>
            <a:ext cx="256032" cy="256032"/>
          </a:xfrm>
          <a:prstGeom prst="ellipse">
            <a:avLst/>
          </a:prstGeom>
          <a:solidFill>
            <a:srgbClr val="14342B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3 / 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· 힌트 · PISTA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1399032"/>
            <a:ext cx="365760" cy="365760"/>
          </a:xfrm>
          <a:prstGeom prst="ellipse">
            <a:avLst/>
          </a:prstGeom>
          <a:solidFill>
            <a:srgbClr val="14342B"/>
          </a:solidFill>
          <a:ln w="12700">
            <a:solidFill>
              <a:srgbClr val="DCC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1325880"/>
            <a:ext cx="748253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 삶의 모토는 — “현재에 만족하고 최선을 다하자”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life motto: “Be content with today, and give it my best.”   ·   Mi lema: «Estar en paz con el presente y dar lo mejor de mí».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11880" y="2057400"/>
            <a:ext cx="365760" cy="365760"/>
          </a:xfrm>
          <a:prstGeom prst="ellipse">
            <a:avLst/>
          </a:prstGeom>
          <a:solidFill>
            <a:srgbClr val="14342B"/>
          </a:solidFill>
          <a:ln w="12700">
            <a:solidFill>
              <a:srgbClr val="DCC0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60520" y="1984248"/>
            <a:ext cx="748253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좋아하는 음식은 냉면입니다.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favorite food is naengmyeon — Korean cold noodles.   ·   Mi comida favorita es el naengmyeon, fideos fríos coreanos.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11880" y="2935224"/>
            <a:ext cx="640080" cy="64008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9352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480560" y="2825496"/>
            <a:ext cx="7162495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경기도 안성에서 태어났습니다.</a:t>
            </a:r>
            <a:endParaRPr lang="en-US" sz="28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 was born in Anseong, Gyeonggi Province, Korea.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Nací en Anseong, provincia de Gyeonggi, Corea.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PERSON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?</a:t>
            </a:r>
            <a:endParaRPr lang="en-US" sz="19000" dirty="0"/>
          </a:p>
        </p:txBody>
      </p:sp>
      <p:sp>
        <p:nvSpPr>
          <p:cNvPr id="9" name="Shape 7"/>
          <p:cNvSpPr/>
          <p:nvPr/>
        </p:nvSpPr>
        <p:spPr>
          <a:xfrm>
            <a:off x="1170432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22576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4 / 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· 힌트 · PISTA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11880" y="1399032"/>
            <a:ext cx="365760" cy="365760"/>
          </a:xfrm>
          <a:prstGeom prst="ellipse">
            <a:avLst/>
          </a:prstGeom>
          <a:solidFill>
            <a:srgbClr val="14342B"/>
          </a:solidFill>
          <a:ln w="12700">
            <a:solidFill>
              <a:srgbClr val="DCC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399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1325880"/>
            <a:ext cx="748253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 삶의 모토는 — “현재에 만족하고 최선을 다하자”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life motto: “Be content with today, and give it my best.”   ·   Mi lema: «Estar en paz con el presente y dar lo mejor de mí».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11880" y="2057400"/>
            <a:ext cx="365760" cy="365760"/>
          </a:xfrm>
          <a:prstGeom prst="ellipse">
            <a:avLst/>
          </a:prstGeom>
          <a:solidFill>
            <a:srgbClr val="14342B"/>
          </a:solidFill>
          <a:ln w="12700">
            <a:solidFill>
              <a:srgbClr val="DCC0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60520" y="1984248"/>
            <a:ext cx="748253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좋아하는 음식은 냉면입니다.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favorite food is naengmyeon — Korean cold noodles.   ·   Mi comida favorita es el naengmyeon, fideos fríos coreanos.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11880" y="2715768"/>
            <a:ext cx="365760" cy="365760"/>
          </a:xfrm>
          <a:prstGeom prst="ellipse">
            <a:avLst/>
          </a:prstGeom>
          <a:solidFill>
            <a:srgbClr val="14342B"/>
          </a:solidFill>
          <a:ln w="12700">
            <a:solidFill>
              <a:srgbClr val="DCC0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2642616"/>
            <a:ext cx="748253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경기도 안성에서 태어났습니다.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 was born in Anseong, Gyeonggi Province, Korea.   ·   Nací en Anseong, provincia de Gyeonggi, Corea.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611880" y="3593592"/>
            <a:ext cx="640080" cy="64008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5935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480560" y="3483864"/>
            <a:ext cx="7162495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미국 사람과 결혼해서 영어를 잘할 것 같지만… 사실 영어를 잘 못 합니다!</a:t>
            </a:r>
            <a:endParaRPr lang="en-US" sz="280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 married an American, so you’d think my English is great… it’s not!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 casé con un estadounidense, así que pensarías que hablo bien inglés… ¡pues no!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PERSON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?</a:t>
            </a:r>
            <a:endParaRPr lang="en-US" sz="19000" dirty="0"/>
          </a:p>
        </p:txBody>
      </p:sp>
      <p:sp>
        <p:nvSpPr>
          <p:cNvPr id="9" name="Shape 7"/>
          <p:cNvSpPr/>
          <p:nvPr/>
        </p:nvSpPr>
        <p:spPr>
          <a:xfrm>
            <a:off x="978408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456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46504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4343400"/>
            <a:ext cx="256032" cy="256032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663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5 / 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HINT · 힌트 · PISTA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1280160"/>
            <a:ext cx="8031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어릴 적 모습입니다!</a:t>
            </a:r>
            <a:pPr indent="0" marL="0">
              <a:buNone/>
            </a:pPr>
            <a:r>
              <a:rPr lang="en-US" sz="16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Childhood photos · Fotos de la infancia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557016" y="2558950"/>
            <a:ext cx="3550269" cy="2928821"/>
          </a:xfrm>
          <a:prstGeom prst="rect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19" name="Image 0" descr="/Users/logosguru/Code/retreat2026/out/icebreaker/people/01-kim-jimi-famil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613814"/>
            <a:ext cx="3440541" cy="2819093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271877" y="2558950"/>
            <a:ext cx="4426043" cy="2928821"/>
          </a:xfrm>
          <a:prstGeom prst="rect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21" name="Image 1" descr="/Users/logosguru/Code/retreat2026/out/icebreaker/people/01-kim-jimi-sol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741" y="2613814"/>
            <a:ext cx="4316315" cy="28190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PERSON 1 · 정답은 · LA RESPUESTA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" y="1884236"/>
            <a:ext cx="5632704" cy="3729609"/>
          </a:xfrm>
          <a:prstGeom prst="rect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9" name="Image 0" descr="/Users/logosguru/Code/retreat2026/out/icebreaker/people/01-kim-jimi-sol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57388"/>
            <a:ext cx="5486400" cy="358330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0" y="1554480"/>
            <a:ext cx="5059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IT’S…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583680" y="2103120"/>
            <a:ext cx="50593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김지미 집사님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6583680" y="3520440"/>
            <a:ext cx="50593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Deacon Jimi Kim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Diaconisa Jimi Kim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583680" y="5074920"/>
            <a:ext cx="5059375" cy="914400"/>
          </a:xfrm>
          <a:prstGeom prst="roundRect">
            <a:avLst>
              <a:gd name="adj" fmla="val 12000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5074920"/>
            <a:ext cx="50593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E241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큰 박수! 앞으로 나와 주세요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Applause! Please come up · ¡Aplausos! Pase al frente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THE REST OF THE STORY · 남은 이야기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93776" y="1362456"/>
            <a:ext cx="2761488" cy="1841659"/>
          </a:xfrm>
          <a:prstGeom prst="rect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9" name="Image 0" descr="/Users/logosguru/Code/retreat2026/out/icebreaker/people/01-kim-jimi-sol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651760" cy="17319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332131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김지미 집사님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Deacon Jimi Kim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246120" y="1463040"/>
            <a:ext cx="0" cy="429768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1325880"/>
            <a:ext cx="8031175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늘푸른교회에 처음 온 때  ·  First came to Evergreen  ·  Primera vez en Evergreen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2018년 8월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August 2018   ·   Agosto de 2018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11880" y="2636520"/>
            <a:ext cx="8031175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봉사하는 곳  ·  Where I serve  ·  Dónde sirvo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관리부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Facilities Team   ·   Equipo de mantenimiento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11880" y="3947160"/>
            <a:ext cx="8031175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200" b="1" spc="1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좋아하는 장소 · 시간  ·  Favorite place &amp; time  ·  Lugar y momento favoritos</a:t>
            </a:r>
            <a:endParaRPr lang="en-US" sz="1200" dirty="0"/>
          </a:p>
          <a:p>
            <a:pPr indent="0" marL="0">
              <a:lnSpc>
                <a:spcPct val="108000"/>
              </a:lnSpc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시온성전 · 점심식사 때의 교제와 구역예배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Zion Sanctuary · lunch fellowship &amp; district worship   ·   Santuario Sion · la comunión del almuerzo y el culto de distrito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11880" y="5440680"/>
            <a:ext cx="8031175" cy="640080"/>
          </a:xfrm>
          <a:prstGeom prst="roundRect">
            <a:avLst>
              <a:gd name="adj" fmla="val 14286"/>
            </a:avLst>
          </a:prstGeom>
          <a:solidFill>
            <a:srgbClr val="0E241D"/>
          </a:solidFill>
          <a:ln w="9525">
            <a:solidFill>
              <a:srgbClr val="DCC07F">
                <a:alpha val="60000"/>
              </a:srgbClr>
            </a:solidFill>
            <a:prstDash val="solid"/>
          </a:ln>
        </p:spPr>
      </p:sp>
      <p:pic>
        <p:nvPicPr>
          <p:cNvPr id="16" name="Image 1" descr="/Users/logosguru/Code/retreat2026/scripts/icebreaker/assets/emoji-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559612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60520" y="5440680"/>
            <a:ext cx="7391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인터뷰 45~60초 — 가장 재미있는 한두 가지만!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Mini interview, 45–60 s — pick the 1–2 best · Mini entrevista, 45–60 s — solo lo mejor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 /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CLOSING · 마무리 · CIERRE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복된 만남</a:t>
            </a:r>
            <a:endParaRPr lang="en-US" sz="4840" dirty="0"/>
          </a:p>
        </p:txBody>
      </p:sp>
      <p:sp>
        <p:nvSpPr>
          <p:cNvPr id="9" name="Text 7"/>
          <p:cNvSpPr/>
          <p:nvPr/>
        </p:nvSpPr>
        <p:spPr>
          <a:xfrm>
            <a:off x="548640" y="2386584"/>
            <a:ext cx="11094415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5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</a:t>
            </a:r>
            <a:endParaRPr lang="en-US" sz="3520" dirty="0"/>
          </a:p>
        </p:txBody>
      </p:sp>
      <p:sp>
        <p:nvSpPr>
          <p:cNvPr id="10" name="Text 8"/>
          <p:cNvSpPr/>
          <p:nvPr/>
        </p:nvSpPr>
        <p:spPr>
          <a:xfrm>
            <a:off x="548640" y="3090672"/>
            <a:ext cx="11094415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Encuentro Bendito</a:t>
            </a:r>
            <a:endParaRPr lang="en-US" sz="308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C07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“거기서 내가 이스라엘 자손을 만나리니” — 출애굽기 29:43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교회 안에도 아직 모르는 이야기가 참 많지요? 이번 수련회 동안 익숙한 분에게도 한 번 더 말을 걸어 보세요.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Even in one church, there are so many stories we don’t know yet. This retreat, go start one more conversation.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Aun en la misma iglesia hay tantas historias que no conocemos. En este retiro, ¡inicia una conversación más!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Breaker — 2026 Evergreen Summer Retreat</dc:title>
  <dc:subject>PptxGenJS Presentation</dc:subject>
  <dc:creator>Evergreen Church</dc:creator>
  <cp:lastModifiedBy>Evergreen Church</cp:lastModifiedBy>
  <cp:revision>1</cp:revision>
  <dcterms:created xsi:type="dcterms:W3CDTF">2026-09-03T18:14:44Z</dcterms:created>
  <dcterms:modified xsi:type="dcterms:W3CDTF">2026-09-03T18:14:44Z</dcterms:modified>
</cp:coreProperties>
</file>