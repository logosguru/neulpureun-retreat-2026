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1명 모세가 지팡이 들면 2명이 파도가 되어 양쪽으로 갈라짐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알람 끄고 하품, 어둠 속 운전, 무릎 꿇고 기도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거대 카트 밀기, 시식 코너, 대용량 박스 둘이 들기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둘이 성벽, 1명 나팔 불며 돌다가 성벽 무너짐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쉬운 문제 — 숨 고르기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1명 스톤 밀기, 2명 빗자루로 쓸기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셋이 붙어 뒤뚱뒤뚱, 배로 미끄러지기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채색옷 자랑 → 형들이 구덩이에 던짐 → 바로 앞에서 꿈 해석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엄마 점프, 아기가 앞에 붙어 주머니 속, 1명 권투 자세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배추 절이기, 양념 버무리기, 김치통 나르기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아이가 도시락 내놓음 → 예수님이 떼어 나눔 → 배부른 군중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빵 떼기, 잔 돌리기, 줄지어 받기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벨트·신발 벗기, 팔 들고 스캐너 통과, 삐 소리에 몸수색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1명 나무, 1명 뱀이 유혹, 1명 열매 따 먹고 몸 가림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셋이 한 줄로 밀며 달리다 차례로 올라타 좌우로 기울기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쉬운 문제 — 숨 고르기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셋이 등을 맞대고 팔 여덟 개 흔들기, 먹물 뿜기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물 위 걷다 빠짐, 세 번 부인 + 닭 울음, 열쇠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가운데 사람 팔로 코, 양옆 두 명이 큰 귀 펄럭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지휘자 + 성가대 입 벌리기 + 촛불 들고 입장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1명 배에서 노 젓기, 1명 물 위 걷기, 1명 무서워 떨기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형광 조끼, 차 유도 손짓, 후진 신호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셋이 소파 들고 문 통과 못 해 돌리기, 박스 테이프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별 따라오는 동방박사, 말구유, 목자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서브 → 리시브 → 세트 → 스파이크 릴레이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1명 어깨 위로 팔 뻗어 긴 목, 높은 나뭇잎 먹기, 다리 벌려 물 마시기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강에서 세례 주기, 메뚜기·꿀 먹기, 광야에서 외치기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쉬운 문제 — 숨 고르기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나무 타기, 바나나 까기, 서로 벼룩 잡아주기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3인 합동 아이디어: 잡채 팔기, 가격표 붙이기, 지갑 열고 사기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 / 43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22960" y="1417320"/>
            <a:ext cx="3840480" cy="3840480"/>
          </a:xfrm>
          <a:prstGeom prst="ellipse">
            <a:avLst/>
          </a:prstGeom>
          <a:solidFill>
            <a:srgbClr val="F6F1E7"/>
          </a:solidFill>
          <a:ln w="12700">
            <a:solidFill>
              <a:srgbClr val="F6F1E7"/>
            </a:solidFill>
            <a:prstDash val="solid"/>
          </a:ln>
        </p:spPr>
      </p:sp>
      <p:pic>
        <p:nvPicPr>
          <p:cNvPr id="8" name="Image 0" descr="/Users/logosguru/Code/retreat2026/public/retreat-emblem-2026.png">    </p:cNvPr>
          <p:cNvPicPr>
            <a:picLocks noChangeAspect="1"/>
          </p:cNvPicPr>
          <p:nvPr/>
        </p:nvPicPr>
        <p:blipFill>
          <a:blip r:embed="rId1"/>
          <a:srcRect l="-86" r="-86" t="0" b="0"/>
          <a:stretch/>
        </p:blipFill>
        <p:spPr>
          <a:xfrm>
            <a:off x="1325880" y="1874520"/>
            <a:ext cx="2834640" cy="2971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03520" y="1463040"/>
            <a:ext cx="6339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4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GAME 04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303520" y="1874520"/>
            <a:ext cx="6339535" cy="1008126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몸으로 말해요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5303520" y="2930652"/>
            <a:ext cx="6339535" cy="672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Evergreen Generations Challenge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303520" y="3602736"/>
            <a:ext cx="6339535" cy="6240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Desafío de Generaciones Evergreen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303520" y="4572000"/>
            <a:ext cx="63395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7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세대와 직분을 뛰어넘어 — 몸과 표정만으로 3분 안에 최다 정답!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Across generations and roles — act it out, no words, most answers in 3 minutes!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Entre generaciones y roles — ¡solo con el cuerpo, más aciertos en 3 minutos!</a:t>
            </a:r>
            <a:endParaRPr lang="en-US" sz="1700" dirty="0"/>
          </a:p>
        </p:txBody>
      </p:sp>
      <p:pic>
        <p:nvPicPr>
          <p:cNvPr id="14" name="Image 1" descr="/Users/logosguru/Code/retreat2026/out/icebreaker/evergreen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375" y="6309360"/>
            <a:ext cx="2011680" cy="4734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TEAMS · 팀 구성 · EQUIPOS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× 7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3팀 × 7명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teams × 7 · 3 equipos × 7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11" name="Image 0" descr="/Users/logosguru/Code/retreat2026/scripts/icebreaker/assets/emoji-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023360"/>
            <a:ext cx="7315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3931920"/>
            <a:ext cx="26974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0E241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설명자 3 · 정답자 4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Actors + 4 Guessers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actores + 4 adivinadores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31520" y="530352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역할은 3분 동안 고정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E24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Roles stay fixed for 3 min · Sin cambios durante 3 min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846320" y="1463040"/>
            <a:ext cx="0" cy="448056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1325880"/>
            <a:ext cx="64309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팀 = 아래 7명 각 1명 · Each team: one of each · Cada equipo: uno de cada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212080" y="1874520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760720" y="1783080"/>
            <a:ext cx="5882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목회자</a:t>
            </a:r>
            <a:pPr indent="0" marL="0"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Pastor  ·  Pastor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212080" y="2478024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12080" y="2478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760720" y="2386584"/>
            <a:ext cx="5882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장로</a:t>
            </a:r>
            <a:pPr indent="0" marL="0"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Elder  ·  Anciano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212080" y="3081528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12080" y="3081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760720" y="2990088"/>
            <a:ext cx="5882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남선교회</a:t>
            </a:r>
            <a:pPr indent="0" marL="0"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Men's Mission  ·  Misión de hombres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212080" y="3685032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12080" y="3685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760720" y="3593592"/>
            <a:ext cx="5882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여선교회</a:t>
            </a:r>
            <a:pPr indent="0" marL="0"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Women's Mission  ·  Misión de mujeres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212080" y="4288536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212080" y="4288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760720" y="4197096"/>
            <a:ext cx="5882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기드온 (중고등부)</a:t>
            </a:r>
            <a:pPr indent="0" marL="0"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Gideon · Youth  ·  Gedeón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212080" y="4892040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212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760720" y="4800600"/>
            <a:ext cx="5882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미가엘 (20대)</a:t>
            </a:r>
            <a:pPr indent="0" marL="0"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Michael · 20s  ·  Miguel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212080" y="5495544"/>
            <a:ext cx="384048" cy="38404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212080" y="5495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5760720" y="5404104"/>
            <a:ext cx="588233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마하나임 (30대)</a:t>
            </a:r>
            <a:pPr indent="0" marL="0"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Mahanaim · 30s  ·  Mahanaim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RULES · 규칙 · REGLAS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600200" y="12344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말·소리·입모양 금지 — 몸과 표정만!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talking, no sounds, no mouthing — body and face only!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Sin hablar, sin sonidos, sin mover los labios — ¡solo cuerpo y gestos!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28346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글자 쓰기, 글자 수·철자 힌트 금지.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writing letters, no letter-count or spelling clues.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 escribir letras ni dar pistas de letras o deletreo.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777240" cy="77724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00200" y="4434840"/>
            <a:ext cx="1004285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정답 1점 · 모르면 PASS(0점) · 3분 안에 최다 정답 팀 우승!</a:t>
            </a:r>
            <a:endParaRPr lang="en-US" sz="28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9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point per answer · PASS anytime (0) · Most answers in 3 minutes wins!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punto por acierto · PASAR (0) · ¡Gana quien más acierte en 3 minutos!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DEMO · 시범 · PRÁCTICA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시범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Demo  ·  Demostración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셀카 찍기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Taking a Selfie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Tomarse una selfi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5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· READY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ti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19456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325880"/>
            <a:ext cx="835121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</a:t>
            </a:r>
            <a:endParaRPr lang="en-US" sz="11000" dirty="0"/>
          </a:p>
        </p:txBody>
      </p:sp>
      <p:sp>
        <p:nvSpPr>
          <p:cNvPr id="10" name="Text 7"/>
          <p:cNvSpPr/>
          <p:nvPr/>
        </p:nvSpPr>
        <p:spPr>
          <a:xfrm>
            <a:off x="3291840" y="3474720"/>
            <a:ext cx="83512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2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설명자 3명은 화면 앞에, 정답자 4명은 화면을 등지고 서세요.</a:t>
            </a:r>
            <a:endParaRPr lang="en-US" sz="22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Actors face the screen. 4 Guessers turn your backs to it.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actores frente a la pantalla. 4 adivinadores de espaldas.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291840" y="5303520"/>
            <a:ext cx="8351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3:00 — READY?  준비되셨나요?  ¿LISTOS?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6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1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성경 이벤트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Bible Event  ·  Evento bíblico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홍해 가르기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Parting the Red Sea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división del Mar Rojo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7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2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교회 생활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Church Life  ·  Vida de iglesia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새벽기도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Early Morning Prayer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Oración de madrugada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8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3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Everyday Life  ·  Vida diaria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코스트코 쇼핑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Shopping at Costco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Compras en Costco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9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4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성경 장소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Bible Place  ·  Lugar bíblico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여리고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Jericho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Jericó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5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Everyday Life  ·  Vida diaria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양치질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Brushing Teeth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Cepillarse los dientes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11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6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스포츠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Sports  ·  Deportes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컬링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Curling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Curling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12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7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Animal  ·  Animal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펭귄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Penguin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Pingüino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13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8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성경 인물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Bible Person  ·  Personaje bíblico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요셉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Joseph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José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14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9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Animal  ·  Animal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캥거루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Kangaroo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Canguro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15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 ·  10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교회 행사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Church Event  ·  Evento de la iglesia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김장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Kimchi-Making Day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Día de hacer kimchi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16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· TIME'S UP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s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19456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325880"/>
            <a:ext cx="835121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TIME’S UP!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3291840" y="3474720"/>
            <a:ext cx="83512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2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종료! 정답자는 이제 돌아서세요.</a:t>
            </a:r>
            <a:endParaRPr lang="en-US" sz="22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Time’s up! Guessers, you can turn around now.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¡Se acabó el tiempo! Adivinadores, ya pueden voltear.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291840" y="5303520"/>
            <a:ext cx="8351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 SCORE  ·  점수 발표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17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· READY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ti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19456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325880"/>
            <a:ext cx="835121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</a:t>
            </a:r>
            <a:endParaRPr lang="en-US" sz="11000" dirty="0"/>
          </a:p>
        </p:txBody>
      </p:sp>
      <p:sp>
        <p:nvSpPr>
          <p:cNvPr id="10" name="Text 7"/>
          <p:cNvSpPr/>
          <p:nvPr/>
        </p:nvSpPr>
        <p:spPr>
          <a:xfrm>
            <a:off x="3291840" y="3474720"/>
            <a:ext cx="83512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2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설명자 3명은 화면 앞에, 정답자 4명은 화면을 등지고 서세요.</a:t>
            </a:r>
            <a:endParaRPr lang="en-US" sz="22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Actors face the screen. 4 Guessers turn your backs to it.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actores frente a la pantalla. 4 adivinadores de espaldas.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291840" y="5303520"/>
            <a:ext cx="8351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3:00 — READY?  준비되셨나요?  ¿LISTOS?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18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1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성경 이벤트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Bible Event  ·  Evento bíblico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오병이어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Feeding the 5,000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multiplicación de los panes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19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2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교회 생활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Church Life  ·  Vida de iglesia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성찬식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Holy Communion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La Santa Cena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20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3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Everyday Life  ·  Vida diaria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공항 보안검색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Airport Security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Control de seguridad del aeropuerto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21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4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성경 장소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Bible Place  ·  Lugar bíblico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에덴동산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Garden of Eden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 jardín del Edén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22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5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스포츠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Sports  ·  Deportes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봅슬레이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Bobsled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Bobsleigh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23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6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Everyday Life  ·  Vida diaria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라면 끓이기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Cooking Ramen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Cocinar ramen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24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7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Animal  ·  Animal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문어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Octopus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Pulpo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25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8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성경 인물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Bible Person  ·  Personaje bíblico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베드로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Peter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Pedro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26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9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Animal  ·  Animal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코끼리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Elephant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Elefante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27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 ·  10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교회 행사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Church Event  ·  Evento de la iglesia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성탄 칸타타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Christmas Cantata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Cantata de Navidad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28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· TIME'S UP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s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19456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325880"/>
            <a:ext cx="835121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TIME’S UP!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3291840" y="3474720"/>
            <a:ext cx="83512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2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종료! 정답자는 이제 돌아서세요.</a:t>
            </a:r>
            <a:endParaRPr lang="en-US" sz="22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Time’s up! Guessers, you can turn around now.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¡Se acabó el tiempo! Adivinadores, ya pueden voltear.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291840" y="5303520"/>
            <a:ext cx="8351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 SCORE  ·  점수 발표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29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· READY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ti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19456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325880"/>
            <a:ext cx="835121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</a:t>
            </a:r>
            <a:endParaRPr lang="en-US" sz="11000" dirty="0"/>
          </a:p>
        </p:txBody>
      </p:sp>
      <p:sp>
        <p:nvSpPr>
          <p:cNvPr id="10" name="Text 7"/>
          <p:cNvSpPr/>
          <p:nvPr/>
        </p:nvSpPr>
        <p:spPr>
          <a:xfrm>
            <a:off x="3291840" y="3474720"/>
            <a:ext cx="83512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2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설명자 3명은 화면 앞에, 정답자 4명은 화면을 등지고 서세요.</a:t>
            </a:r>
            <a:endParaRPr lang="en-US" sz="22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Actors face the screen. 4 Guessers turn your backs to it.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actores frente a la pantalla. 4 adivinadores de espaldas.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291840" y="5303520"/>
            <a:ext cx="8351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3:00 — READY?  준비되셨나요?  ¿LISTOS?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30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1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성경 이벤트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Bible Event  ·  Evento bíblico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예수님 물 위를 걸으심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Jesus Walks on Water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Jesús camina sobre el agua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31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2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교회 생활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Church Life  ·  Vida de iglesia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주차 봉사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Parking Ministry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Ministerio de estacionamiento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32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3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Everyday Life  ·  Vida diaria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이사하기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Moving Day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Día de mudanza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33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4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성경 장소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Bible Place  ·  Lugar bíblico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베들레헴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Bethlehem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Belén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34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5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스포츠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Sports  ·  Deportes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배구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Volleyball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Voleibol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35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6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Animal  ·  Animal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기린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Giraffe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Jirafa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36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7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성경 인물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Bible Person  ·  Personaje bíblico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세례 요한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John the Baptist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Juan el Bautista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37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8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일상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Everyday Life  ·  Vida diaria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치과 가기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At the Dentist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 el dentista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38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9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Animal  ·  Animal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원숭이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Monkey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Mono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39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 ·  10 / 10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868680"/>
            <a:ext cx="6613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교회 행사</a:t>
            </a:r>
            <a:pPr algn="r" indent="0" marL="0">
              <a:buNone/>
            </a:pPr>
            <a:r>
              <a:rPr lang="en-US" sz="14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·  Church Event  ·  Evento de la iglesia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교회 바자회</a:t>
            </a:r>
            <a:endParaRPr lang="en-US" sz="9600" dirty="0"/>
          </a:p>
        </p:txBody>
      </p:sp>
      <p:sp>
        <p:nvSpPr>
          <p:cNvPr id="10" name="Text 8"/>
          <p:cNvSpPr/>
          <p:nvPr/>
        </p:nvSpPr>
        <p:spPr>
          <a:xfrm>
            <a:off x="548640" y="3977640"/>
            <a:ext cx="110944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Church Bazaar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Bazar de la iglesia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정답자는 화면을 보지 않습니다 · Guessers face away · Los adivinadores no miran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40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· TIME'S UP</a:t>
            </a:r>
            <a:endParaRPr lang="en-US" sz="1800" dirty="0"/>
          </a:p>
        </p:txBody>
      </p:sp>
      <p:pic>
        <p:nvPicPr>
          <p:cNvPr id="8" name="Image 0" descr="/Users/logosguru/Code/retreat2026/scripts/icebreaker/assets/emoji-s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194560" cy="2194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325880"/>
            <a:ext cx="835121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6F1E7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TIME’S UP!</a:t>
            </a:r>
            <a:endParaRPr lang="en-US" sz="9600" dirty="0"/>
          </a:p>
        </p:txBody>
      </p:sp>
      <p:sp>
        <p:nvSpPr>
          <p:cNvPr id="10" name="Text 7"/>
          <p:cNvSpPr/>
          <p:nvPr/>
        </p:nvSpPr>
        <p:spPr>
          <a:xfrm>
            <a:off x="3291840" y="3474720"/>
            <a:ext cx="83512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2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종료! 정답자는 이제 돌아서세요.</a:t>
            </a:r>
            <a:endParaRPr lang="en-US" sz="22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20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Time’s up! Guessers, you can turn around now.</a:t>
            </a:r>
            <a:endParaRPr lang="en-US" sz="2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¡Se acabó el tiempo! Adivinadores, ya pueden voltear.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291840" y="5303520"/>
            <a:ext cx="83512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1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 SCORE  ·  점수 발표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41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SCOREBOARD · 점수판 · MARCADOR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454298" cy="3383280"/>
          </a:xfrm>
          <a:prstGeom prst="roundRect">
            <a:avLst>
              <a:gd name="adj" fmla="val 4054"/>
            </a:avLst>
          </a:prstGeom>
          <a:solidFill>
            <a:srgbClr val="0E241D"/>
          </a:solidFill>
          <a:ln w="19050">
            <a:solidFill>
              <a:srgbClr val="DCC0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239500" y="4114800"/>
            <a:ext cx="2072579" cy="0"/>
          </a:xfrm>
          <a:prstGeom prst="line">
            <a:avLst/>
          </a:prstGeom>
          <a:noFill/>
          <a:ln w="25400">
            <a:solidFill>
              <a:srgbClr val="DCC0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20624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· 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68698" y="1463040"/>
            <a:ext cx="3454298" cy="3383280"/>
          </a:xfrm>
          <a:prstGeom prst="roundRect">
            <a:avLst>
              <a:gd name="adj" fmla="val 4054"/>
            </a:avLst>
          </a:prstGeom>
          <a:solidFill>
            <a:srgbClr val="0E241D"/>
          </a:solidFill>
          <a:ln w="19050">
            <a:solidFill>
              <a:srgbClr val="DCC0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68698" y="173736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059558" y="4114800"/>
            <a:ext cx="2072579" cy="0"/>
          </a:xfrm>
          <a:prstGeom prst="line">
            <a:avLst/>
          </a:prstGeom>
          <a:noFill/>
          <a:ln w="25400">
            <a:solidFill>
              <a:srgbClr val="DCC0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8698" y="420624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· score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88757" y="1463040"/>
            <a:ext cx="3454298" cy="3383280"/>
          </a:xfrm>
          <a:prstGeom prst="roundRect">
            <a:avLst>
              <a:gd name="adj" fmla="val 4054"/>
            </a:avLst>
          </a:prstGeom>
          <a:solidFill>
            <a:srgbClr val="0E241D"/>
          </a:solidFill>
          <a:ln w="19050">
            <a:solidFill>
              <a:srgbClr val="DCC0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88757" y="1737360"/>
            <a:ext cx="34542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TEAM 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8879616" y="4114800"/>
            <a:ext cx="2072579" cy="0"/>
          </a:xfrm>
          <a:prstGeom prst="line">
            <a:avLst/>
          </a:prstGeom>
          <a:noFill/>
          <a:ln w="25400">
            <a:solidFill>
              <a:srgbClr val="DCC0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8757" y="4206240"/>
            <a:ext cx="3454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· score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동점이면 — 각 팀 설명자 3명 + 정답자 1명, Sudden Death 한 문제! 먼저 맞힌 팀 승.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Tie? Sudden death: 3 Actors + 1 Guesser per team, one prompt — first correct answer wins.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¿Empate? Muerte súbita: 3 actores + 1 adivinador por equipo, una palabra — gana el primero.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42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AWARDS · 시상 · PREMIOS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38248" y="1463040"/>
            <a:ext cx="7315200" cy="3657600"/>
          </a:xfrm>
          <a:prstGeom prst="roundRect">
            <a:avLst>
              <a:gd name="adj" fmla="val 3750"/>
            </a:avLst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pic>
        <p:nvPicPr>
          <p:cNvPr id="9" name="Image 0" descr="/Users/logosguru/Code/retreat2026/scripts/icebreaker/assets/emoji-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7208" y="173736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38248" y="28803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$10 Amazon Gift Card × 7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438248" y="38862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241D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우승팀 7명 전원</a:t>
            </a:r>
            <a:endParaRPr lang="en-US" sz="2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E241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Every member of the winning team · Todo el equipo ganador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48640" y="5257800"/>
            <a:ext cx="110944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세대도 직분도 다르지만 — 한 팀! 우승팀에게 큰 박수!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Different generations, different roles — one team! Applause for the winners!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Distintas generaciones y roles — ¡un solo equipo! ¡Aplausos para los ganadores!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3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9B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ICE BREAKER · GAME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242255" y="34747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 · 복된 만남 · Encuentro Bendito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6263640"/>
            <a:ext cx="11094415" cy="0"/>
          </a:xfrm>
          <a:prstGeom prst="line">
            <a:avLst/>
          </a:prstGeom>
          <a:noFill/>
          <a:ln w="9525">
            <a:solidFill>
              <a:srgbClr val="DCC07F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Evergreen Church Summer Retreat · Ice Breaker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814255" y="6327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DB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43 / 43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89B3C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CLOSING · 마무리 · CIERRE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11094415" cy="10561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840" b="1" dirty="0">
                <a:solidFill>
                  <a:srgbClr val="F6F1E7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복된 만남</a:t>
            </a:r>
            <a:endParaRPr lang="en-US" sz="4840" dirty="0"/>
          </a:p>
        </p:txBody>
      </p:sp>
      <p:sp>
        <p:nvSpPr>
          <p:cNvPr id="9" name="Text 7"/>
          <p:cNvSpPr/>
          <p:nvPr/>
        </p:nvSpPr>
        <p:spPr>
          <a:xfrm>
            <a:off x="548640" y="2386584"/>
            <a:ext cx="11094415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520" dirty="0">
                <a:solidFill>
                  <a:srgbClr val="DCC07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Blessed Encounter</a:t>
            </a:r>
            <a:endParaRPr lang="en-US" sz="3520" dirty="0"/>
          </a:p>
        </p:txBody>
      </p:sp>
      <p:sp>
        <p:nvSpPr>
          <p:cNvPr id="10" name="Text 8"/>
          <p:cNvSpPr/>
          <p:nvPr/>
        </p:nvSpPr>
        <p:spPr>
          <a:xfrm>
            <a:off x="548640" y="3090672"/>
            <a:ext cx="11094415" cy="6537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80" dirty="0">
                <a:solidFill>
                  <a:srgbClr val="E7EAE3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Encuentro Bendito</a:t>
            </a:r>
            <a:endParaRPr lang="en-US" sz="308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CC07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“거기서 내가 이스라엘 자손을 만나리니” — 출애굽기 29:43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700" dirty="0">
                <a:solidFill>
                  <a:srgbClr val="F6F1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밤 웃으며 만난 그 얼굴들 — 남은 수련회 동안 먼저 다가가 인사해 주세요.</a:t>
            </a:r>
            <a:endParaRPr lang="en-US" sz="17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DCC0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The faces you laughed with tonight — go greet them first for the rest of this retreat.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7EAE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Las caras con las que reíste esta noche — salúdalas tú primero durante el resto del retiro.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Breaker — 2026 Evergreen Summer Retreat</dc:title>
  <dc:subject>PptxGenJS Presentation</dc:subject>
  <dc:creator>Evergreen Church</dc:creator>
  <cp:lastModifiedBy>Evergreen Church</cp:lastModifiedBy>
  <cp:revision>1</cp:revision>
  <dcterms:created xsi:type="dcterms:W3CDTF">2026-09-04T01:44:54Z</dcterms:created>
  <dcterms:modified xsi:type="dcterms:W3CDTF">2026-09-04T01:44:54Z</dcterms:modified>
</cp:coreProperties>
</file>